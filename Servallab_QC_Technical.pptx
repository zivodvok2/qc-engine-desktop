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777240" cy="777240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99616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E1014"/>
                </a:solidFill>
                <a:latin typeface="Segoe UI"/>
              </a:rPr>
              <a:t>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Servallab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AF0A0"/>
                </a:solidFill>
                <a:latin typeface="Segoe UI"/>
              </a:rPr>
              <a:t>QC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6A8"/>
                </a:solidFill>
                <a:latin typeface="Segoe UI"/>
              </a:rPr>
              <a:t>Technical Architecture &amp; Check 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00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6A8"/>
                </a:solidFill>
                <a:latin typeface="Segoe UI"/>
              </a:rPr>
              <a:t>CATI Survey Data Quality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67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6A8"/>
                </a:solidFill>
                <a:latin typeface="Segoe UI"/>
              </a:rPr>
              <a:t>Stack: FastAPI · React · Python · Groq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Two deployment surfaces sharing the same Python QC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03520" cy="530352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F0A0"/>
                </a:solidFill>
                <a:latin typeface="Segoe UI"/>
              </a:rPr>
              <a:t>Production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493776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React + Vite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Browser UI — tab-based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50592"/>
            <a:ext cx="493776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Tailwind CSS + Zustand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Styling and in-memory app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73552"/>
            <a:ext cx="493776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10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FastAPI (Python)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REST API on port 8000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96512"/>
            <a:ext cx="493776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Uvicorn ASGI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Async server, auto-reload in dev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919472"/>
            <a:ext cx="493776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56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Axios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76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Frontend → backend HTTP wrappers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F0A0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051560"/>
            <a:ext cx="5532120" cy="530352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0"/>
                </a:solidFill>
                <a:latin typeface="Segoe UI"/>
              </a:rPr>
              <a:t>Python QC 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627632"/>
            <a:ext cx="521208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core/loader.py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9842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Ingests CSV / XLSX / SAV → DataFrame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450592"/>
            <a:ext cx="521208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4871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core/cleaner.py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8072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Normalises nulls, coerces types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273552"/>
            <a:ext cx="521208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3101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core/rule_engine.py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301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Reads config, instantiates checks, runs pipeline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096512"/>
            <a:ext cx="521208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1330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checks/ modules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4531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11 check classes extending BaseCheck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919472"/>
            <a:ext cx="5212080" cy="694944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956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core/reporter.py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276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Excel / CSV / JSON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Tools &amp; Why They Were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Each tool selected for a specific technical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3657600" cy="2450592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3657600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1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F0A0"/>
                </a:solidFill>
                <a:latin typeface="Segoe UI"/>
              </a:rPr>
              <a:t>REST API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56231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Automatic OpenAPI docs, async support, Pydantic validation. Runs QC jobs in background threads without blocking the HTTP 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078992"/>
            <a:ext cx="3657600" cy="2450592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078992"/>
            <a:ext cx="3657600" cy="54864"/>
          </a:xfrm>
          <a:prstGeom prst="rect">
            <a:avLst/>
          </a:prstGeom>
          <a:solidFill>
            <a:srgbClr val="4A9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18871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React +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5361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9EF0"/>
                </a:solidFill>
                <a:latin typeface="Segoe UI"/>
              </a:rPr>
              <a:t>Frontend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856231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Component-based tab dashboard. Vite gives sub-second HMR in dev. TypeScript catches config shape mismatches at compile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5" y="1078992"/>
            <a:ext cx="3657600" cy="2450592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078992"/>
            <a:ext cx="3657600" cy="54864"/>
          </a:xfrm>
          <a:prstGeom prst="rect">
            <a:avLst/>
          </a:prstGeom>
          <a:solidFill>
            <a:srgbClr val="A0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18871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Zustand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5361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78F0"/>
                </a:solidFill>
                <a:latin typeface="Segoe UI"/>
              </a:rPr>
              <a:t>State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1856231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Lightweight alternative to Redux. Single store holds file state, job polling, config, and UI flags — no boilerplate providers.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12463"/>
            <a:ext cx="3657600" cy="2450592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12463"/>
            <a:ext cx="365760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2219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Pandas +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69663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C04A"/>
                </a:solidFill>
                <a:latin typeface="Segoe UI"/>
              </a:rPr>
              <a:t>Data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89703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Industry-standard for tabular data. NumPy vectorised loops run straightlining scoring 3–5× faster than pandas .apply().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3712463"/>
            <a:ext cx="3657600" cy="2450592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1688" y="3712463"/>
            <a:ext cx="3657600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82219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Groq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169663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F0A0"/>
                </a:solidFill>
                <a:latin typeface="Segoe UI"/>
              </a:rPr>
              <a:t>Verbatim AI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489703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Free-tier LLM inference fast enough to score open-ended responses in batches. Used over OpenAI to keep costs near zero.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5" y="3712463"/>
            <a:ext cx="3657600" cy="2450592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5" y="3712463"/>
            <a:ext cx="3657600" cy="54864"/>
          </a:xfrm>
          <a:prstGeom prst="rect">
            <a:avLst/>
          </a:prstGeom>
          <a:solidFill>
            <a:srgbClr val="88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6" y="382219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python-pptx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4169663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Report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489703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Programmatic Excel and PowerPoint output without Microsoft Office on the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QC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Each uploaded file passes through four deterministic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2743200" cy="51206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2743200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1 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F0A0"/>
                </a:solidFill>
                <a:latin typeface="Segoe UI"/>
              </a:rPr>
              <a:t>core/loader.py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Accepts CSV, XLSX, SAV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066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Reads into pandas DataFrame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Reports row/column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474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F0A0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078992"/>
            <a:ext cx="2743200" cy="51206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078992"/>
            <a:ext cx="2743200" cy="54864"/>
          </a:xfrm>
          <a:prstGeom prst="rect">
            <a:avLst/>
          </a:prstGeom>
          <a:solidFill>
            <a:srgbClr val="4A9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2 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9EF0"/>
                </a:solidFill>
                <a:latin typeface="Segoe UI"/>
              </a:rPr>
              <a:t>core/cleaner.py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084831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Normalises null representations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7066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Coerces column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328415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Strips whitespace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474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F0A0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1078992"/>
            <a:ext cx="2743200" cy="51206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078992"/>
            <a:ext cx="2743200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3 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F0A0"/>
                </a:solidFill>
                <a:latin typeface="Segoe UI"/>
              </a:rPr>
              <a:t>rule_engine.py + checks/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084831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RuleEngine reads JSON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7066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Instantiates enabled check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328415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Calls .run(df) on 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95020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Collects CheckResult objects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3474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F0A0"/>
                </a:solidFill>
                <a:latin typeface="Segoe U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98864" y="1078992"/>
            <a:ext cx="2743200" cy="51206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98864" y="1078992"/>
            <a:ext cx="2743200" cy="54864"/>
          </a:xfrm>
          <a:prstGeom prst="rect">
            <a:avLst/>
          </a:prstGeom>
          <a:solidFill>
            <a:srgbClr val="4A9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4 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9EF0"/>
                </a:solidFill>
                <a:latin typeface="Segoe UI"/>
              </a:rPr>
              <a:t>reporter.py / routers/qc.py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2084831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API: serialises to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27066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CLI: writes Excel + 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328415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Severity breakdown returned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395020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▸  Flagged rows with _cols preserved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Check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All check classes — module, severity, trigger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10896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4241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6A8"/>
                </a:solidFill>
                <a:latin typeface="Segoe UI"/>
              </a:rP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04241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6A8"/>
                </a:solidFill>
                <a:latin typeface="Segoe UI"/>
              </a:rPr>
              <a:t>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04241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6A8"/>
                </a:solidFill>
                <a:latin typeface="Segoe UI"/>
              </a:rPr>
              <a:t>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04241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6A8"/>
                </a:solidFill>
                <a:latin typeface="Segoe UI"/>
              </a:rPr>
              <a:t>Trigger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53312"/>
            <a:ext cx="11430000" cy="374904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081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Missing Value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4081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missing_checks.py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4081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Any required column is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28216"/>
            <a:ext cx="11430000" cy="374904"/>
          </a:xfrm>
          <a:prstGeom prst="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High Missing Column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missing_checks.py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BFF0"/>
                </a:solidFill>
                <a:latin typeface="Segoe UI"/>
              </a:rPr>
              <a:t>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Column null rate exceeds threshold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03120"/>
            <a:ext cx="11430000" cy="374904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579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Range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157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range_checks.py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1579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579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Numeric value outside [min, max]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78024"/>
            <a:ext cx="11430000" cy="374904"/>
          </a:xfrm>
          <a:prstGeom prst="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Duration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532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range_checks.py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32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5328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Interview time below min or above max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52928"/>
            <a:ext cx="11430000" cy="374904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907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Pattern Check (Regex)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2907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pattern_checks.py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907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9077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Value doesn't match required regex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27832"/>
            <a:ext cx="11430000" cy="374904"/>
          </a:xfrm>
          <a:prstGeom prst="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2826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Anomaly Check (IQR)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82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pattern_checks.py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2826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BFF0"/>
                </a:solidFill>
                <a:latin typeface="Segoe UI"/>
              </a:rPr>
              <a:t>INFO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Statistical outlier via IQR fence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602736"/>
            <a:ext cx="11430000" cy="374904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Logic / Skip-Logic 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logic_checks.py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657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5A5A"/>
                </a:solidFill>
                <a:latin typeface="Segoe UI"/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IF condition met but THEN violated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977639"/>
            <a:ext cx="11430000" cy="374904"/>
          </a:xfrm>
          <a:prstGeom prst="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03250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Duplicate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03250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logic_checks.py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03250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5A5A"/>
                </a:solidFill>
                <a:latin typeface="Segoe UI"/>
              </a:rPr>
              <a:t>CRITICAL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0325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Row duplicated on key columns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352544"/>
            <a:ext cx="11430000" cy="374904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4074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Straightlining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4074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advanced_checks.py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4074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40740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≥ threshold% same answer across grid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727448"/>
            <a:ext cx="11430000" cy="374904"/>
          </a:xfrm>
          <a:prstGeom prst="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782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Interviewer Duration Anomaly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advanced_checks.py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7823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782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Interviewer avg duration outside IQR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102352"/>
            <a:ext cx="11430000" cy="374904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51572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Interviewer Productivity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0" y="51572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advanced_checks.py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51572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51572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Interview count outside IQR range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477256"/>
            <a:ext cx="11430000" cy="374904"/>
          </a:xfrm>
          <a:prstGeom prst="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Consent / Eligibility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advanced_checks.py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532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5A5A"/>
                </a:solidFill>
                <a:latin typeface="Segoe UI"/>
              </a:rPr>
              <a:t>CRITICAL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5532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Ineligible respondent has answers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852160"/>
            <a:ext cx="11430000" cy="374904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9070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Fabrication Detection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6240" y="5907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advanced_checks.py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9070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5A5A"/>
                </a:solidFill>
                <a:latin typeface="Segoe UI"/>
              </a:rPr>
              <a:t>CRITICAL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59070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Sequential IDs or low numeric variance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6227064"/>
            <a:ext cx="11430000" cy="374904"/>
          </a:xfrm>
          <a:prstGeom prst="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6281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Verbatim Quality (AI)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624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6A8"/>
                </a:solidFill>
                <a:latin typeface="Segoe UI"/>
              </a:rPr>
              <a:t>verbatim_checks.py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0" y="6281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A"/>
                </a:solidFill>
                <a:latin typeface="Segoe UI"/>
              </a:rPr>
              <a:t>WARNING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62819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6A8"/>
                </a:solidFill>
                <a:latin typeface="Segoe UI"/>
              </a:rPr>
              <a:t>Open-end dimension score &lt; min_score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Severity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Every check result carries one of three severity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3657600" cy="530352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3657600" cy="73152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Data integrity is compromised. These rows must be reviewed before sign-off.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87168"/>
            <a:ext cx="3383280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Logic violations (IF/THEN broken)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6382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Duplicate respondent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3075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Consent / eligibility breach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79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Fabrication indicators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1078992"/>
            <a:ext cx="3657600" cy="530352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078992"/>
            <a:ext cx="3657600" cy="73152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2070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166420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Suspicious pattern that may indicate poor data quality or interviewer error.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848" y="2487168"/>
            <a:ext cx="3383280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259689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Straightlining (satisficing)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16382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Duration anomaly (too fast / slow)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73075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Interviewer productivity outlier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297679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Out-of-range numeric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8646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Regex format violations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54315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Low verbatim quality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5" y="1078992"/>
            <a:ext cx="3657600" cy="530352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5" y="1078992"/>
            <a:ext cx="3657600" cy="73152"/>
          </a:xfrm>
          <a:prstGeom prst="rect">
            <a:avLst/>
          </a:prstGeom>
          <a:solidFill>
            <a:srgbClr val="4A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12070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166420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Informational — no immediate action required but worth monitoring.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03336" y="2487168"/>
            <a:ext cx="3383280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259689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High column missing rate (structural issue)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316382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▸  Statistical anomaly detected by IQR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Missing Value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missing_checks.py  ·  MissingValueCheck + HighMissingColumnCheck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9496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9496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MissingValueCheck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9344"/>
            <a:ext cx="1188720" cy="256032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014"/>
                </a:solidFill>
                <a:latin typeface="Segoe UI"/>
              </a:rPr>
              <a:t>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93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Flags rows where any required column is null.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968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With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9689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Identifies columns whose null rate &gt; threshold, then flags rows with nulls in those columns.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Without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00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Flags every row that has a null in any of the checked columns.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0390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Output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80390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_missing_columns — list of which columns were null on that 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074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Config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407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missing_threshold: 0.1  (10% → flag the column)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51560"/>
            <a:ext cx="539496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051560"/>
            <a:ext cx="5394960" cy="54864"/>
          </a:xfrm>
          <a:prstGeom prst="rect">
            <a:avLst/>
          </a:prstGeom>
          <a:solidFill>
            <a:srgbClr val="4A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70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HighMissingColumnCheck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09344"/>
            <a:ext cx="1188720" cy="256032"/>
          </a:xfrm>
          <a:prstGeom prst="rect">
            <a:avLst/>
          </a:prstGeom>
          <a:solidFill>
            <a:srgbClr val="4A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27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014"/>
                </a:solidFill>
                <a:latin typeface="Segoe UI"/>
              </a:rPr>
              <a:t>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993392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Scans every column and reports those whose null rate exceeds the threshold. Column-level summary, not per-row.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43200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One summary row per bad column:
  column name + missing_rate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93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Use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493008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Detects structural collection failures — e.g. a field never recorded for a wave.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428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Config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42816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missing_threshold: 0.2  (20% default)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Range &amp; Duration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range_checks.py  ·  RangeCheck + DurationCheck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9496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9496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RangeCheck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9344"/>
            <a:ext cx="1188720" cy="256032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014"/>
                </a:solidFill>
                <a:latin typeface="Segoe UI"/>
              </a:rPr>
              <a:t>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9339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For each rule, casts column to numeric and flags rows where value &lt; min or &gt; max.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88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8833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Binary: in-range = pass, out-of-range = flagged. No partial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Output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8328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_range_issue (column name)
_value (actual value)
_expected_range [min, max]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782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Multiple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07822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Each rule processed independently; all flags concatenated.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77316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{"column":"age","min":18,"max":99}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51560"/>
            <a:ext cx="539496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051560"/>
            <a:ext cx="539496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70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DurationCheck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09344"/>
            <a:ext cx="1188720" cy="256032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27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014"/>
                </a:solidFill>
                <a:latin typeface="Segoe UI"/>
              </a:rPr>
              <a:t>WARNING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99339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Flags interviews whose duration (minutes) falls below min or above max.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88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88336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&lt; min_minutes → too_short
&gt; max_minutes → too_long
Both categories counted separately in metadata.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Output columns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383280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_duration_issue (the raw duration value)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782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Metadata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078224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min_expected, max_expected
too_short count, too_long 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73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773168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column: duration_minutes
min_expected: 5,  max_expected: 120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Pattern &amp; Anomaly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pattern_checks.py  ·  PatternCheck + AnomalyCheck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9496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39496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PatternCheck (Regex)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9344"/>
            <a:ext cx="1188720" cy="256032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014"/>
                </a:solidFill>
                <a:latin typeface="Segoe UI"/>
              </a:rPr>
              <a:t>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93392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Compiles each rule's regex and flags non-null values that do not match.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88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88336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Binary match/fail. Null values are skipped (not flagged).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Output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83280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_pattern_issue (description)
_invalid_value (the actual bad value)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782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078224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Phone formats, ID codes, date strings, postal codes, fixed-choice codes.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773168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{"column":"phone",
 "pattern":"^\d{10}$",
 "description":"10-digit phone"}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51560"/>
            <a:ext cx="539496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051560"/>
            <a:ext cx="5394960" cy="54864"/>
          </a:xfrm>
          <a:prstGeom prst="rect">
            <a:avLst/>
          </a:prstGeom>
          <a:solidFill>
            <a:srgbClr val="4A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70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AnomalyCheck (IQR)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09344"/>
            <a:ext cx="1188720" cy="256032"/>
          </a:xfrm>
          <a:prstGeom prst="rect">
            <a:avLst/>
          </a:prstGeom>
          <a:solidFill>
            <a:srgbClr val="4A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27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014"/>
                </a:solidFill>
                <a:latin typeface="Segoe UI"/>
              </a:rPr>
              <a:t>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993392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Flags statistical outliers in numeric columns using the IQR fence method.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88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88336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Q1 − k×IQR  to  Q3 + k×IQR
where k = multiplier (default 1.5).
Values outside the fence are flagged.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Multiplier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383280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1.5 = standard outlier
3.0 = extreme outlier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782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Output columns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078224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_anomaly_column, _anomaly_value
_anomaly_bounds [lower, upper]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73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Note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773168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Severity is INFO — exploratory signal, not a definitive flag.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Logic / Skip-Logic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logic_checks.py  ·  LogicCheck  ·  severity: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69280" cy="54864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3444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Validates user-defined IF→THEN rules. Each rule fires when ALL if_conditions are met, then checks that EACH then_condition also holds. A then_condition that fails = violation.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122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Condition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112264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Multiple if_conditions are AND-ed.
Each then_condition is evaluated independently — a row can violate one or several.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Output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9900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_logic_rule (rule description)
_violated_column (which THEN column failed)
_violated_condition (the exact condition string)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67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Backwards compat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86791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Supports legacy flat format (if_column / if_value / then_column / then_condition) so old Python configs still load without change.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457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745736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CRITICAL — logic violations indicate data collection errors or interviewer manipulation.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051560"/>
            <a:ext cx="5212080" cy="23774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1155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Supported 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536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&gt;  &lt;  &gt;=  &lt;=  ==  !=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53619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Numeric and string comparisons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5681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is_null  /  not_null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95681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Presence / absence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377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is_numeric  /  is_string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37744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Type assertion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79806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in_list  /  not_in_list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79806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Membership (value = list)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547872"/>
            <a:ext cx="5212080" cy="2852928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62102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6A8"/>
                </a:solidFill>
                <a:latin typeface="Segoe UI"/>
              </a:rPr>
              <a:t>Example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0507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F0A0"/>
                </a:solidFill>
                <a:latin typeface="Segoe UI"/>
              </a:rPr>
              <a:t>{
  "description": "Under-18: no salary",
  "if_conditions": [
    {"column":"age","operator":"&lt;","value":18}
  ],
  "then_conditions": [
    {"column":"salary","operator":"is_null"}
  ]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Duplicate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logic_checks.py  ·  DuplicateCheck  ·  severity: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54864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261872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Identifies records that are identical across a set of key columns. Uses all columns if no subset is specified.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Detection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39112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Casts all key columns to string, concatenates with '|', then marks every row where the key appears more than once (keep=False — ALL copies flagged, not just the repeat).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Subset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16352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If subset_columns is empty the check uses all columns. Typically set to the respondent ID column, or a combination of ID + phone.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93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Output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93592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_dupe_key — the list of columns used as the duplicate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Why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70832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Duplicate respondents inflate sample sizes, skew weighted estimates, and often indicate ghost interviews entered by interviewers to meet quotas.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48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48072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duplicate_check: {"enabled": true, "subset_columns": ["respondent_id"]}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Straightlining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advanced_checks.py  ·  StraightliningCheck  ·  severity: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6928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0700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Detects respondents who gave the same answer across a grid of scale questions — a sign of satisficing or fabrication.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299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Per row: count non-null answers, find modal value, compute score = modal_count / n_answers. Vectorised via NumPy for 3–5× speedup over .apply().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529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score ≥ threshold → flagged.
0.9 = ≥90% answers identical.
1.0 = flags only perfect straightliners.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75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Min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67588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Rows with fewer than min_questions non-null answers are skipped — insufficient data to judge.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Interviewer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9884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When interviewer_column is set, produces per-interviewer summary: straightliner count and %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218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Output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32180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_sl_score (0–1)
_sl_modal_answer (the repeated value)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051560"/>
            <a:ext cx="52120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1155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Scoring Criteria — _sl_score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591056"/>
            <a:ext cx="5120640" cy="5943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700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5A"/>
                </a:solidFill>
                <a:latin typeface="Segoe UI"/>
              </a:rPr>
              <a:t>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7007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Perfect straightliner — every answer identical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249424"/>
            <a:ext cx="5120640" cy="5943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359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0.90–0.99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359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Near-perfect — 90%+ same (default flag zone)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907791"/>
            <a:ext cx="5120640" cy="5943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017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0.80–0.89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Suspicious — flag with stricter threshold setting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566159"/>
            <a:ext cx="5120640" cy="5943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67588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&lt; 0.80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6758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Normal variation — not flagged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315967"/>
            <a:ext cx="5120640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42569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Recommended Settings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818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▸  threshold: 0.9   (90%+ same answer)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212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▸  min_questions: 3   (minimum grid columns)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6235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▸  Lower to 0.8 for short grids (4-item scales)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Interviewer Duration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advanced_checks.py  ·  InterviewerDurationCheck  ·  severity: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6928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070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Computes each interviewer's mean interview duration, then flags those whose mean is a statistical outlier vs the peer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IQR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2996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lower = Q1 − k×IQR
upper = Q3 + k×IQR
where k = multiplier (default 1.5).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min_interviews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5292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Interviewers with fewer than min_interviews records are excluded from the IQR calculation.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75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Min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6758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Requires ≥ 4 interviewers with enough data. Returns empty result otherwise.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Output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9884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mean_duration, interview_count
_duration_issue: 'too_fast' or 'too_slow'
_expected_range [lo, hi] mins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218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Flagged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3218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ALL interviews by outlier interviewers are flagged — not just averages.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051560"/>
            <a:ext cx="52120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1155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IQR Multiplier Guide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6144768"/>
            <a:ext cx="51206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62727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k = 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62727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Standard fence — catches moderately fast/slow interviewers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6144768"/>
            <a:ext cx="51206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62727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BFF0"/>
                </a:solidFill>
                <a:latin typeface="Segoe UI"/>
              </a:rPr>
              <a:t>k = 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2727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Conservative — obvious outliers only (fewer false positives)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6144768"/>
            <a:ext cx="51206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62727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k = 3.0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2727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Extreme outlier only — use when duration naturally varies a 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1591056"/>
            <a:ext cx="51206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7190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k =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Standard fence — catches moderately fast/slow interviewers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340864"/>
            <a:ext cx="51206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468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BFF0"/>
                </a:solidFill>
                <a:latin typeface="Segoe UI"/>
              </a:rPr>
              <a:t>k = 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468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Conservative — obvious outliers only (fewer false positives)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3090672"/>
            <a:ext cx="51206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2186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k = 3.0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2186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Extreme outlier only — use when duration naturally varies a 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Flag labels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434840"/>
            <a:ext cx="5120640" cy="5943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5171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too_fast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45171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Mean duration &lt; lower fence — rushed / fabricated?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5093208"/>
            <a:ext cx="5120640" cy="5943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175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A"/>
                </a:solidFill>
                <a:latin typeface="Segoe UI"/>
              </a:rPr>
              <a:t>too_slow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5175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Mean duration &gt; upper fence — distracted / probing?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Interviewer Productivity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advanced_checks.py  ·  InterviewerProductivityCheck  ·  severity: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6928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070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Counts completed interviews per interviewer, then uses IQR to identify those with suspiciously many or few.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IQR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2996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lower = max(0, Q1 − k×IQR)
upper = Q3 + k×IQR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unusually_high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5292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Count &gt; upper fence. Primary fraud signal — fabricated records to hit targets. Use with duration check for stronger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75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unusually_low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6758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Count &lt; lower fence. May indicate laziness, early dropout, or data recording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Output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9884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interview_count
_productivity_issue: 'unusually_high' or 'unusually_low'
_expected_range [lo, hi]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218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A"/>
                </a:solidFill>
                <a:latin typeface="Segoe UI"/>
              </a:rPr>
              <a:t>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3218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interviewer_column: 'interviewer_id'
multiplier: 1.5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051560"/>
            <a:ext cx="52120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1155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Combined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572768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Productivity and duration checks are designed to be used together. A strong fabrication signal requires both:
▸  High interview count  (productivity outlier)
▸  Very short average duration  (duration: too_fast)
Either flag alone may have an innocent explanation. Both together strongly suggest ghost interviews.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977639"/>
            <a:ext cx="5120640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096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Scoring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498848"/>
            <a:ext cx="5120640" cy="51206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5628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unusually_high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562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&gt; Q3 + k×IQR interviews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5065776"/>
            <a:ext cx="5120640" cy="51206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1297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BFF0"/>
                </a:solidFill>
                <a:latin typeface="Segoe UI"/>
              </a:rPr>
              <a:t>unusually_low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1297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&lt; Q1 − k×IQR interviews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5632704"/>
            <a:ext cx="5120640" cy="51206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6967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6967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Within the IQR fence — not flagged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Consent / Eligibility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advanced_checks.py  ·  ConsentEligibilityCheck  ·  severity: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54864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261872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Identifies respondents disqualified by a screener question who still have data in subsequent questions — the interview should not have continued.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Detection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57400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Step 1: Find all rows where screener_column meets the disqualify condition (same operator engine as LogicCheck).
Step 2: Of those rows, flag any that have at least one non-null value in any of the subsequent_columns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Output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52928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_screener_value (what the screener column contained)
_populated_columns (list of subsequent columns that had data despite disqualification)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48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48456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CRITICAL — a disqualified respondent with subsequent data means the screener was ignored, or data was fabricated for an ineligible person.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43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43984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Uses the full _evaluate_condition() engine — supports ==, !=, in_list, not_in_list, is_null, not_null, &gt;, &lt;, &gt;=, &lt;=.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39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5A"/>
                </a:solidFill>
                <a:latin typeface="Segoe UI"/>
              </a:rPr>
              <a:t>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239512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6A8"/>
                </a:solidFill>
                <a:latin typeface="Segoe UI"/>
              </a:rPr>
              <a:t>screener_column: "eligible"  ·  disqualify_operator: "!="  ·  disqualify_value: "yes"
subsequent_columns: ["q1", "q2", "q3"]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Fabrication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advanced_checks.py  ·  FabricationCheck  ·  severity: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69280" cy="54864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Detection A — Sequential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459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Consecutive numeric respondent IDs in a random sample are suspicious — real field collection rarely produces perfectly sequential IDs.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414016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Sorts IDs numerically. Walks the sequence looking for runs where each value = previous + 1. Flags any run ≥ sequence_run_length.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821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id_column: 'respondent_id'
sequence_run_length: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50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95020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_fabrication_type = 'sequential_ids'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051560"/>
            <a:ext cx="52120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051560"/>
            <a:ext cx="5212080" cy="54864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1704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Detection B — Low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6459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What it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20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If an interviewer's respondents all gave nearly identical numeric answers, the data may have been copied or invented.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4140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14016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For each numeric column, compute each interviewer's std dev. If interviewer_std / global_std &lt; variance_threshold → suspicious.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1821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82112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variance_threshold: 0.1 means the interviewer's SD must be &lt; 10% of the global SD to be flagged.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95020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50208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numeric_columns: ['q1','q2','q3']
variance_threshold: 0.1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1830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18304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_fabrication_type = 'low_variance_{col}'
_column_checked = which column triggered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Verbatim Quality Check (AI)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verbatim_checks.py  ·  VerbatimQualityCheck  ·  severity: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69280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0700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Sends open-ended survey responses to a Groq-hosted LLM and asks it to score each on four quality dimensions.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Batching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299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Responses grouped in batches of 10 — one API call per batch. 100 responses = 10 API calls.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529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If dataset exceeds sample_size, a random sample is scored (random_state=42). Full dataset not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75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API key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67588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1. GROQ_API_KEY env var (server key)
2. User's personal key from Settings
On HTTP 429 rate-limit, retries with personal key before giving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Flag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9884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Flagged if ANY dimension scores &lt; min_score, OR if any boolean flag (gibberish / copy_paste / too_short) is true.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218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32180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llama-3.1-8b-instant (default, fastest)
llama-3.3-70b-versatile
gemma2-9b-it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051560"/>
            <a:ext cx="52120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1155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AI Scoring Dimensions (1–5)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591056"/>
            <a:ext cx="5120640" cy="5486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82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F0A0"/>
                </a:solidFill>
                <a:latin typeface="Segoe UI"/>
              </a:rPr>
              <a:t>grammar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682496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Grammatical correctness of the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194560"/>
            <a:ext cx="5120640" cy="5486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286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F0A0"/>
                </a:solidFill>
                <a:latin typeface="Segoe UI"/>
              </a:rPr>
              <a:t>coherence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2860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Whether the response makes logical sense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798064"/>
            <a:ext cx="5120640" cy="5486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8895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F0A0"/>
                </a:solidFill>
                <a:latin typeface="Segoe UI"/>
              </a:rPr>
              <a:t>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8895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Whether it answers the question asked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401568"/>
            <a:ext cx="5120640" cy="5486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4930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F0A0"/>
                </a:solidFill>
                <a:latin typeface="Segoe UI"/>
              </a:rPr>
              <a:t>length_quality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49300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Appropriate length — not too short or padded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059936"/>
            <a:ext cx="5120640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1696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Boolean Flags (any = flagged)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4572000"/>
            <a:ext cx="512064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636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gibberish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636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Random characters or nonsense 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5074920"/>
            <a:ext cx="512064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copy_paste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1389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Identical / near-identical to another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5577840"/>
            <a:ext cx="512064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6418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5A"/>
                </a:solidFill>
                <a:latin typeface="Segoe UI"/>
              </a:rPr>
              <a:t>too_short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641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Insufficiently detailed for the question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Verbatim Scoring Criteria — Detailed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How the LLM grades each dimension on a 1–5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274320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69280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grammar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Perfect grammar, no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08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208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Minor errors that don't impede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414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Noticeable errors but message is 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62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Significant errors, hard to 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826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5A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Unintelligible or completely ungrammatical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51560"/>
            <a:ext cx="5669280" cy="274320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051560"/>
            <a:ext cx="5669280" cy="54864"/>
          </a:xfrm>
          <a:prstGeom prst="rect">
            <a:avLst/>
          </a:prstGeom>
          <a:solidFill>
            <a:srgbClr val="4A9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coherence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002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600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Fully coherent, logical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208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0208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Mostly coherent, minor inconsistency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441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4414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Some confusion but overall meaning survives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620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862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Disjointed or contradictory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826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5A"/>
                </a:solidFill>
                <a:latin typeface="Segoe U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No discernible logical 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5669280" cy="274320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931920"/>
            <a:ext cx="5669280" cy="54864"/>
          </a:xfrm>
          <a:prstGeom prst="rect">
            <a:avLst/>
          </a:prstGeom>
          <a:solidFill>
            <a:srgbClr val="F0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0233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relevance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80559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48055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Directly answers the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901183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90118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Mostly relevant, minor tangent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21807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32180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Partially relevant — touches the topic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74243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74243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Mostly off-topic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63055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5A"/>
                </a:solidFill>
                <a:latin typeface="Segoe U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616305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Completely irrelevant or refuses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931920"/>
            <a:ext cx="5669280" cy="274320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3931920"/>
            <a:ext cx="5669280" cy="54864"/>
          </a:xfrm>
          <a:prstGeom prst="rect">
            <a:avLst/>
          </a:prstGeom>
          <a:solidFill>
            <a:srgbClr val="A0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0233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length_quality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480559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448055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Appropriate, substantive length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901183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0A0"/>
                </a:solidFill>
                <a:latin typeface="Segoe U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490118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Slightly short/long but acceptable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321807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32180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Noticeably too brief or repetitively padded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74243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A"/>
                </a:solidFill>
                <a:latin typeface="Segoe U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574243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Very short (1–3 words) or excessively repeated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6163055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5A"/>
                </a:solidFill>
                <a:latin typeface="Segoe U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616305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Single character, placeholder, or blank-equivalent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6A8"/>
                </a:solidFill>
                <a:latin typeface="Segoe UI"/>
              </a:rPr>
              <a:t>A response is flagged if ANY dimension &lt; min_score (default 2) OR any boolean flag (gibberish / copy_paste / too_short) is true.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Config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8"/>
                </a:solidFill>
                <a:latin typeface="Segoe UI"/>
              </a:rPr>
              <a:t>Portable JSON files that define exactly which checks run and with what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50976"/>
            <a:ext cx="112745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5349240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Why Config Files?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Repeatability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7276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The same config applied to Wave 1 data applies identically to Wave 2 — no manual re-entry of column names.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Portability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37744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A QC manager defines rules for a project once and shares the JSON file with field supervisors.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182112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The config file is a record of what was checked and how — version-controllable alongside the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A0"/>
                </a:solidFill>
                <a:latin typeface="Segoe UI"/>
              </a:rPr>
              <a:t>Template-driven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986784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8"/>
                </a:solidFill>
                <a:latin typeface="Segoe UI"/>
              </a:rPr>
              <a:t>The app ships a blank template with all sections pre-filled with example values and _info comment fields explaining each parameter.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051560"/>
            <a:ext cx="5212080" cy="534924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1155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96A8"/>
                </a:solidFill>
                <a:latin typeface="Segoe UI"/>
              </a:rPr>
              <a:t>Template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F0A0"/>
                </a:solidFill>
                <a:latin typeface="Segoe UI"/>
              </a:rPr>
              <a:t>{
  "_info": "Set enabled:true + fill column names",
  "missing_threshold": 0.1,
  "straightlining": {
    "_info": "Flags same-answer grid respondents",
    "enabled": false,
    "question_columns": ["q1","q2","q3"],
    "threshold": 0.9
  },
  "logic_rules": [
    {
      "description": "Consent → must answer Q1",
      "if_conditions":   [...],
      "then_conditions": [...]
    }
  ],
  "fabrication_check": { "enabled": false, ... },
  "verbatim_check":    { "enabled": false, ... }
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F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Servallab QC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0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F0A0"/>
                </a:solidFill>
                <a:latin typeface="Segoe UI"/>
              </a:rPr>
              <a:t>Technical Reference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90672"/>
            <a:ext cx="5788152" cy="18288"/>
          </a:xfrm>
          <a:prstGeom prst="rect">
            <a:avLst/>
          </a:prstGeom>
          <a:solidFill>
            <a:srgbClr val="1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3101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6A8"/>
                </a:solidFill>
                <a:latin typeface="Segoe UI"/>
              </a:rPr>
              <a:t>▸  11 check classes across 5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785616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6A8"/>
                </a:solidFill>
                <a:latin typeface="Segoe UI"/>
              </a:rPr>
              <a:t>▸  3 severity levels — Critical / Warning /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61104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6A8"/>
                </a:solidFill>
                <a:latin typeface="Segoe UI"/>
              </a:rPr>
              <a:t>▸  IQR-based statistical outlier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36592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6A8"/>
                </a:solidFill>
                <a:latin typeface="Segoe UI"/>
              </a:rPr>
              <a:t>▸  Groq LLM for open-ended verbatim quality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212080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6A8"/>
                </a:solidFill>
                <a:latin typeface="Segoe UI"/>
              </a:rPr>
              <a:t>▸  Portable JSON config profiles for project 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6A8"/>
                </a:solidFill>
                <a:latin typeface="Segoe UI"/>
              </a:rPr>
              <a:t>github.com/zivodvok2/QC-Engine-desktop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